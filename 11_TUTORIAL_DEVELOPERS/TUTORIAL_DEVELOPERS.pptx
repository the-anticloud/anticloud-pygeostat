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Tutorial Developers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PYGEOSTAT | Category: MINING</a:t>
            </a:r>
          </a:p>
          <a:p>
            <a:r>
              <a:rPr sz="1400"/>
              <a:t>Upstream: https://github.com/nicedoc/pygeostat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tutorial — developers for the Anticloud integration of PYGEOSTAT.</a:t>
            </a:r>
          </a:p>
          <a:p>
            <a:r>
              <a:rPr sz="1400"/>
              <a:t>Geostatistics for mining resource estimation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PYGEOSTAT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